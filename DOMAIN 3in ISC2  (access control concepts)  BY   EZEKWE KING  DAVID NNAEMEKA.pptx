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oto Sans"/>
      <p:regular r:id="rId13"/>
      <p:bold r:id="rId14"/>
      <p:italic r:id="rId15"/>
      <p:boldItalic r:id="rId16"/>
    </p:embeddedFont>
    <p:embeddedFont>
      <p:font typeface="Noto Sans Armenian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oto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otoSans-italic.fntdata"/><Relationship Id="rId14" Type="http://schemas.openxmlformats.org/officeDocument/2006/relationships/font" Target="fonts/NotoSans-bold.fntdata"/><Relationship Id="rId17" Type="http://schemas.openxmlformats.org/officeDocument/2006/relationships/font" Target="fonts/NotoSansArmenian-regular.fntdata"/><Relationship Id="rId16" Type="http://schemas.openxmlformats.org/officeDocument/2006/relationships/font" Target="fonts/No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NotoSansArmenian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e147d3bb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e147d3bb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32d087f2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32d087f2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32d087f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32d087f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32d087f2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32d087f2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32d087f2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32d087f2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32d087f2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32d087f2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DOMAIN 3in ISC2</a:t>
            </a:r>
            <a:endParaRPr sz="19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(access control concepts)</a:t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BY </a:t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EZEKWE KING  DAVID NNAEMEKA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025"/>
            <a:ext cx="85206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57100" y="659250"/>
            <a:ext cx="8412300" cy="44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800"/>
              <a:t> Overview of security controls, including security control concepts, defense in depth, and privileged account access management.</a:t>
            </a:r>
            <a:endParaRPr sz="4800"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4800"/>
              <a:t> Separation of duties, covering two-person integrity, authorized versus unauthorized accounts, user provisioning processes, and separation of employment.</a:t>
            </a:r>
            <a:endParaRPr sz="4800"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4800"/>
              <a:t> Physical security controls, including types of physical access control, badge systems, CPTED, biometric controls, monitoring, security guards, and alarm systems.</a:t>
            </a:r>
            <a:endParaRPr sz="4800"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4800"/>
              <a:t>Logical access control.</a:t>
            </a:r>
            <a:endParaRPr sz="4800"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4800"/>
              <a:t> Access control models,DAC,MAC, RBAC and RuBAC.</a:t>
            </a:r>
            <a:endParaRPr sz="4800"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4800"/>
              <a:t>Conclusion and Q&amp;A.</a:t>
            </a:r>
            <a:endParaRPr sz="48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of security control 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086500" cy="31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control: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Screenshot_2026-02-03_16_08_3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0825" y="1846925"/>
            <a:ext cx="3348525" cy="229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Screenshot_From_2025-11-14_10-22-39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471950" y="143625"/>
            <a:ext cx="7760700" cy="64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		 </a:t>
            </a:r>
            <a:r>
              <a:rPr b="1" lang="en"/>
              <a:t>ACCESS CONTROL OVERVIEW</a:t>
            </a:r>
            <a:endParaRPr b="1"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8475" y="4611475"/>
            <a:ext cx="1386175" cy="6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Screenshot_2026-02-03_16_55_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400" y="1119600"/>
            <a:ext cx="7722225" cy="357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DEFENSE </a:t>
            </a:r>
            <a:r>
              <a:rPr b="1" lang="en"/>
              <a:t>IN DEPTH</a:t>
            </a:r>
            <a:endParaRPr b="1"/>
          </a:p>
        </p:txBody>
      </p:sp>
      <p:pic>
        <p:nvPicPr>
          <p:cNvPr id="85" name="Google Shape;85;p17" title="Screenshot_2026-02-04_19_52_28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700" y="1414800"/>
            <a:ext cx="5158775" cy="361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Screenshot_From_2025-11-14_10-22-39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PRIVILEGED</a:t>
            </a:r>
            <a:r>
              <a:rPr lang="en"/>
              <a:t> ACCOUNT ACCESS </a:t>
            </a:r>
            <a:r>
              <a:rPr lang="en"/>
              <a:t>MANAGEMENT</a:t>
            </a:r>
            <a:r>
              <a:rPr lang="en"/>
              <a:t> 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TYPES</a:t>
            </a:r>
            <a:r>
              <a:rPr lang="en"/>
              <a:t> OF PRIVILEGED ACCOUNT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Administrator.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 Desk or IT support.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analyst.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SEPARATION OF DUTIES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person integrity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Authorized versus unauthorised </a:t>
            </a:r>
            <a:r>
              <a:rPr lang="en"/>
              <a:t>personnel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